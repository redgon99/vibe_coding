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🔥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8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</a:t>
            </a:r>
            <a:endParaRPr lang="en-US" sz="2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8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931920" y="91440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소방공무원을 위한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바이브코딩 실무 교육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931920" y="27432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AI와 함께 코드 없이 업무 시스템을 만드는 5시간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931920" y="3474720"/>
            <a:ext cx="2286000" cy="0"/>
          </a:xfrm>
          <a:prstGeom prst="line">
            <a:avLst/>
          </a:prstGeom>
          <a:noFill/>
          <a:ln w="38100">
            <a:solidFill>
              <a:srgbClr val="D32F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3749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5시간  |  13:00 ~ 17:30  |  이론 + 실습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전체 강의 시간표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52120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시간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강의 내용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24242"/>
                          </a:solidFill>
                        </a:rPr>
                        <a:t>13:00~13:30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</a:rPr>
                        <a:t>이론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기본 프로그래밍 지식 &amp; AI 개론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24242"/>
                          </a:solidFill>
                        </a:rPr>
                        <a:t>13:30~14:00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</a:rPr>
                        <a:t>이론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바이브코딩 환경 세팅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24242"/>
                          </a:solidFill>
                        </a:rPr>
                        <a:t>14:00~14:50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</a:rPr>
                        <a:t>기본실습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[실습1] QR 출석관리 시스템 구축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24242"/>
                          </a:solidFill>
                        </a:rPr>
                        <a:t>15:00~15:50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</a:rPr>
                        <a:t>고급실습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[실습2] 일일상황보고 대시보드 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24242"/>
                          </a:solidFill>
                        </a:rPr>
                        <a:t>16:00~16:50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</a:rPr>
                        <a:t>고급실습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[실습2] 일일상황보고 대시보드 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24242"/>
                          </a:solidFill>
                        </a:rPr>
                        <a:t>17:00~17:30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</a:rPr>
                        <a:t>고급실습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[실습2] 일일상황보고 대시보드 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강의 목표:  소방공무원이 AI 바이브코딩으로 업무 자동화 시스템을 직접 구축할 수 있는 역량 확보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1교시  |  13:00 ~ 13:30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프로그래밍 지식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4389120"/>
            <a:ext cx="2743200" cy="0"/>
          </a:xfrm>
          <a:prstGeom prst="line">
            <a:avLst/>
          </a:prstGeom>
          <a:noFill/>
          <a:ln w="38100">
            <a:solidFill>
              <a:srgbClr val="D3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일반론 및 LLM 모델 비교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AI(인공지능)는 인간의 학습·추론·판단 능력을 컴퓨터로 구현한 기술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27432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모델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개발사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특징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코딩 활용도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GPT-4o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OpenAI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범용 최강, 멀티모달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⭐⭐⭐⭐⭐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Claude 3.5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Anthropic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코딩 특화, 안전성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⭐⭐⭐⭐⭐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Gemini 2.0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Google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구글 생태계 연동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⭐⭐⭐⭐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200400"/>
            <a:ext cx="8046720" cy="82296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3200400"/>
            <a:ext cx="54864" cy="82296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3246120"/>
            <a:ext cx="7635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소방관 여러분이 화재 진압에 전문가이듯, AI도 각자 전문 분야가 있습니다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소방 분야 AI 활용 </a:t>
            </a:r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화재 감지  |  출동 경로 최적화  |  위험 예측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바이브코딩이란?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코드를 직접 작성하지 않고, AI에게 자연어(한국어)로 설명하면 AI가 코드를 생성해주는 개발 방식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전통 개발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바이브코딩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필요 역량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프로그래밍 언어 숙달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32F2F"/>
                          </a:solidFill>
                        </a:rPr>
                        <a:t>요구사항을 명확히 설명하는 능력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개발 속도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수주 ~ 수개월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32F2F"/>
                          </a:solidFill>
                        </a:rPr>
                        <a:t>수시간 ~ 수일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진입 장벽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매우 높음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낮음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유지보수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개발자 필수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AI 지원 가능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7033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"코딩을 모르셔도 됩니다. 원하는 것을 정확하게 설명하는 능력이 가장 중요합니다."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개념 &amp; 서버/클라이언트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794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20116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78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🔤 토큰(Token)이란?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텍스트를 처리하는 기본 단위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한글 1글자 ≈ 2~3 토큰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영문 1단어 ≈ 1 토큰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Pro: 월 $20 (충분한 토큰 제공)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3794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54864" cy="20116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78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서버 &amp; 클라이언트 (소방 비유)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444752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 = 119 신고 전화기 (요청 보내는 쪽)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= 종합상황실 (요청 처리하는 쪽)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= 무전기 프로토콜 (통신 규약)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작업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토큰 소비량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간단한 웹페이지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2,000 ~ 5,000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QR 출석 시스템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10,000 ~ 30,000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대시보드 시스템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50,000 ~ 100,000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Backend / 크롬 개발자도구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Frontend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Backend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역할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사용자가 보는 화면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데이터 처리/저장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소방 비유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상황판 디스플레이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상황실 데이터 서버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기술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HTML, CSS, JavaScript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Node.js, Python, DB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바이브코딩 도구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</a:rPr>
                        <a:t>Cursor AI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</a:rPr>
                        <a:t>Supabase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01752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30632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크롬 개발자도구  |  F12 또는 Ctrl + Shift + 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HTML 구조 확인 — 화면 요소 점검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오류 메시지 확인 — 디버깅의 핵심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서버 통신 상태 — API 호출 모니터링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바이브코딩 프롬프트 설계 — STAR 원칙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143000"/>
            <a:ext cx="731520" cy="73152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구체적으로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"QR스캔으로 출석 기록 + 날짜별 통계 웹 시스템"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100584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43000"/>
            <a:ext cx="731520" cy="7315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4320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명시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606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"React + Supabase + Netlify로 만들어줘"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49240" y="114300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84632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 설명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606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"관리자 화면, 사용자 화면 분리"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100584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52360" y="1143000"/>
            <a:ext cx="731520" cy="73152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4944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 제시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2606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"네이버 폼처럼 깔끔한 UI"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프롬프트가 구체적일수록 결과물의 품질이 높아집니다. 대화하듯 점진적으로 개선하세요!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2교시  |  13:30 ~ 14:00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바이브코딩 환경 세팅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4389120"/>
            <a:ext cx="2743200" cy="0"/>
          </a:xfrm>
          <a:prstGeom prst="line">
            <a:avLst/>
          </a:prstGeom>
          <a:noFill/>
          <a:ln w="38100">
            <a:solidFill>
              <a:srgbClr val="D3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AI 설치 및 사용법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794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2926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78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설치 순서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3474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cursor.com 접속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→ Windows 설치 파일 다운로드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파일 실행 → 기본 설정으로 설치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 → 이메일/Google 계정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3794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54864" cy="292608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78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⌨️ 핵심 단축키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554480"/>
          <a:ext cx="3474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AI Chat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</a:rPr>
                        <a:t>Ctrl + 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AI와 대화하며 코드 생성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Composer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</a:rPr>
                        <a:t>Ctrl + 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여러 파일 동시 수정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Inline Edit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32F2F"/>
                          </a:solidFill>
                        </a:rPr>
                        <a:t>Ctrl + 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선택한 코드 부분 수정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41605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무료 플랜은 월 사용량 제한이 있으므로, 실습 중 불필요한 요청은 자제합니다.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/ GitHub / Netlify 설치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2103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78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Supabase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supabase.com 접속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계정으로 가입 (권장)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Project 생성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 (anon key, URL) 복사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00584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005840"/>
            <a:ext cx="54864" cy="2103120"/>
          </a:xfrm>
          <a:prstGeom prst="rect">
            <a:avLst/>
          </a:prstGeom>
          <a:solidFill>
            <a:srgbClr val="424242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078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🐙 GitHub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444752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 접속 → 회원가입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Desktop 다운로드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앱 → 계정 로그인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Repository(저장소) 생성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05840"/>
            <a:ext cx="54864" cy="2103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078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Netlify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444752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netlify.com 접속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계정으로 가입 (권장)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site from Git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배포 활성화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429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배포 워크플로우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작성 (Cursor)  →  저장 (GitHub)  →  배포 (Netlify)  →  웹사이트 공개 🎉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3교시  |  14:00 ~ 14:50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[실습1] QR 출석관리 시스템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4389120"/>
            <a:ext cx="2743200" cy="0"/>
          </a:xfrm>
          <a:prstGeom prst="line">
            <a:avLst/>
          </a:prstGeom>
          <a:noFill/>
          <a:ln w="38100">
            <a:solidFill>
              <a:srgbClr val="D3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출석관리 시스템 — 프로젝트 개요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794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22860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78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시스템 구성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화면: QR코드 생성, 출석 현황, 부서별 통계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화면: QR코드 스캔, 출석 확인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데이터: 이름, 부서, 출석시간, 날짜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005840"/>
          <a:ext cx="37947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3258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기술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Frontend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HTML/CSS/JS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화면 구성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QR 생성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qrcode.js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QR코드 생성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QR 스캔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html5-qrcode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카메라 QR 인식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Backend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Supabase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데이터 저장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배포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Netlify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웹 공개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3520440"/>
            <a:ext cx="8046720" cy="1188720"/>
          </a:xfrm>
          <a:prstGeom prst="rect">
            <a:avLst/>
          </a:prstGeom>
          <a:solidFill>
            <a:srgbClr val="0D1642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프로젝트 구조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qr-attendance/  ├── index.html (관리자)  ├── attendance.html (출석)  ├── css/style.css  ├── js/admin.js  └── js/attendance.js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AI에 프롬프트 입력하기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Cursor AI에 입력할 프롬프트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소방서 QR코드 출석관리 시스템을 만들어줘.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[기능 요구사항]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관리자 페이지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출석 세션 생성 (날짜, 교육명 입력)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세션별 고유 QR코드 자동 생성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출석 현황 실시간 조회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부서별 출석 통계 차트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출석 페이지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QR코드 스캔 시 출석 페이지로 이동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이름, 부서 입력 후 출석 확인 버튼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[기술] 순수 HTML/CSS/JS + qrcode.js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[테마] 소방 빨간색(#D32F2F) 기반, 모바일 반응형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수정 및 개선 — 대화하듯 요청하기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1554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78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차트 추가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"관리자 페이지에 부서별 출석률을 원형 차트로 보여줘. Chart.js 사용"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00584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005840"/>
            <a:ext cx="54864" cy="1554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078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다운로드 기능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444752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"출석 목록을 엑셀(CSV)로 다운로드하는 버튼을 추가해줘"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05840"/>
            <a:ext cx="54864" cy="155448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078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애니메이션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444752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"출석 완료 시 알림창과 체크 애니메이션을 보여줘"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80467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2880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핵심 포인트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2461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번에 완벽한 결과를 기대하지 말고, 대화하듯 점진적으로 개선한다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오류가 나면 오류 메시지를 AI에게 그대로 복사해서 보여주면 된다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원하는 기능을 자연어로 구체적으로 설명할수록 결과가 좋아진다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수강생 실습: 직접 원하는 기능을 자연어로 요청해보세요!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4교시  |  15:00 ~ 15:50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[실습2] 일일상황보고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 만들기 1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4389120"/>
            <a:ext cx="2743200" cy="0"/>
          </a:xfrm>
          <a:prstGeom prst="line">
            <a:avLst/>
          </a:prstGeom>
          <a:noFill/>
          <a:ln w="38100">
            <a:solidFill>
              <a:srgbClr val="D3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춘천소방서 실제 일일상황보고서 분석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7840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실제 보고서 데이터 (2026.3.1~3.2 기준)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187452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출동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1790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73건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76072" y="1819656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2026.3.1~3.2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60320" y="1261872"/>
            <a:ext cx="1874520" cy="7772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2801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화재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151790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6건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87752" y="1819656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출동3+오인3 / 피해4,272천원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0" y="1261872"/>
            <a:ext cx="187452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12801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🚑 구급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151790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58건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99432" y="1819656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이송 38명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583680" y="1261872"/>
            <a:ext cx="1874520" cy="7772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12801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⛑️ 구조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51790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5건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611112" y="1819656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인원 1명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84832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749040"/>
                <a:gridCol w="26517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보고서 카테고리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실제 필드 (춘천소방서)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시각화 방안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</a:rPr>
                        <a:t>119출동건수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화재(일계/출동/오인/누계), 구조(출동/인원), 구급(출동/인원), 기타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📊 유형별 막대차트 + KPI 4카드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기상현황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날씨상태, 최저/최고기온, 체감온도, 습도, 풍향·풍속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🌤️ 날씨 위젯 + 화재위험지수 게이지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주요 화재·구급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발생위치(주소), 발생~종료시간, 재산피해(천원), 사고유형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🗺️ 지도 색상 마커 + 상세 팝업 카드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소방력 인력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주간(현장+행정), 야간(현장+행정) — 실제: 주간78(현장77+행정1)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🍩 도넛 차트 (주간/야간)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소방력 장비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펌프·탱크·구급·구조·기타 대수 — 실제: 총43대(펌프10, 탱크2, 구급8, 구조4, 기타19)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📋 장비 유형별 상태 카드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48640" y="4325112"/>
            <a:ext cx="8046720" cy="65836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4352544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수강생 토론: 화면에 표시된 실제 춘천소방서 일일상황보고서를 보며 어떤 항목을 먼저 시각화할지 우선순위를 함께 정합니다.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정의 &amp; PRD — 실제 보고서 기반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794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3474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78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기능 요구사항 (실제 필드 기반)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3474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카드: 총출동73건 | 화재6 | 구급58 | 구조5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기상 위젯: 흐림, 2°→6°, 습도66%, 북풍2.9m/s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화재위험지수: 낮음/보통/높음/매우높음 게이지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주요사건 목록: 발생위치, 시간, 피해현황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소방력 현황: 주간78명 / 야간78명 / 장비43대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출동 위치 지도: 춘천시 동면·서면·우두동 마커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3794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54864" cy="34747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78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PRD 작성 항목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444752"/>
            <a:ext cx="3474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 및 목표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사용자 (소방공무원, 비개발자)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명세 (6개 카테고리 기반)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구성: 대시보드 / 데이터입력 / 통계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모델 (6개 테이블 구조)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스택: HTML+Supabase+카카오맵+Chart.js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일정 &amp; 성공 지표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시안(UI 목업) — 실제 춘천소방서 데이터 활용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Cursor AI에 시안 요청 프롬프트 (실제 데이터 포함)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680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PRD를 바탕으로 춘천소방서 일일상황보고 대시보드 HTML 시안을 만들어줘.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[실제 데이터 사용]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보고일자: 2026.3.1~3.2 (월) | KPI: 총출동73건 / 화재6 / 구급58(이송38명) / 구조5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기상: 흐림, 2°→6°, 체감3.3°, 습도66%, 북풍2.9m/s | 화재위험: ⚠️ 보통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사건1: [🔥 화재] 춘천시 동면 지내리 지역사회개발위원회 / 08:56~10:53 / 피해4,272천원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사건2: [🚑 구급] 춘천시 서면 안보리 국도상 오토바이 3중추돌 / 14:08~16:00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소방력: 주간78명(현장77+행정1), 야간78명, 장비43대(펌프10, 탱크2, 구급8, 구조4, 기타19)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[디자인] 소방 테마(#D32F2F/#1A237E) | KPI 카드 4개 | 주요사건 목록 | 소방력 차트 | 지도 placeholder | 반응형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5교시  |  16:00 ~ 16:50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[실습2] 일일상황보고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 만들기 2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4389120"/>
            <a:ext cx="2743200" cy="0"/>
          </a:xfrm>
          <a:prstGeom prst="line">
            <a:avLst/>
          </a:prstGeom>
          <a:noFill/>
          <a:ln w="38100">
            <a:solidFill>
              <a:srgbClr val="D3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 연동 — 실제 춘천소방서 출동 위치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794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219456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78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실제 출동 위치 마커 (2026.3.1~3.4)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[화재] 춘천시 동면 지내리 지역사회개발위원회 (3.1)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[구급] 춘천시 서면 안보리 국도상 3중추돌 (3.1)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[화재] 춘천시 우두동 1062-14 (3.3)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[화재] 춘천시 운교동 43-8 (3.3)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⚫ 중심: 춘천소방서 (강원대학로 54, 위도37.88)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3794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54864" cy="21945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78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카카오맵 API 연동 요청 프롬프트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444752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소방서 좌표(37.8813, 127.7297) 중심점 설정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화재:빨강(#D32F2F) / 구급:파랑(#1565C0) / 구조:초록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마커 클릭 → 사건유형·시간·주소·피해현황 인포윈도우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클러스터링으로 밀집 지역 표시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대안: Leaflet (오픈소스, 키 불필요)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383280"/>
                <a:gridCol w="1554480"/>
                <a:gridCol w="17830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사건유형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위치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시간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</a:rPr>
                        <a:t>🔥 화재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춘천시 동면 지내리 지역사회개발위원회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08:56~10:53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32F2F"/>
                          </a:solidFill>
                        </a:rPr>
                        <a:t>피해4,272천원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🚑 구급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춘천시 서면 안보리 국도상 오토바이 3중추돌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14:08~16:00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이송38명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</a:rPr>
                        <a:t>🔥 화재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춘천시 우두동 1062-14 / 운교동 43-8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10:50~14:48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32F2F"/>
                          </a:solidFill>
                        </a:rPr>
                        <a:t>피해15,000천원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날씨 API 연동 — 실제 기상 데이터로 화재위험지수 계산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794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2286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78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🌤️ 실제 기상 데이터 (춘천 2026.3)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3.1~3.2 (월): 흐림 | 2°→6° | 체감3.3° | 습도66% | 북풍2.9m/s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화재위험: ⚠️ 보통 (습도 다소 낮음)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3.3~3.4 (수): 맑음 | -3°→12° | 체감-2.9° | 습도91% | 북풍0.1m/s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화재위험: 🟢 낮음 (습도 매우 높음)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기상청 단기예보 API 또는 OpenWeatherMap 사용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3794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54864" cy="22860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78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화재위험지수 계산 로직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444752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습도 &lt; 40% + 풍속 &gt; 7m/s → 🔴 매우높음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습도 40~60% + 풍속 4~7m/s → 🟠 높음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습도 60~80% + 풍속 2~4m/s → 🟡 보통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습도 &gt; 80% 또는 풍속 &lt; 2m/s → 🟢 낮음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3.1일 (습도66%, 풍속2.9) → ⚠️ 보통 적용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개념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소방 활용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REST API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요청-응답 방식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날씨, 공공데이터 조회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Webhook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이벤트 발생 시 자동 알림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새 신고 접수 알림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Realtime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실시간 데이터 동기화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출동 현황 실시간 갱신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6교시  |  17:00 ~ 17:30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[실습2] 일일상황보고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 만들기 3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4389120"/>
            <a:ext cx="2743200" cy="0"/>
          </a:xfrm>
          <a:prstGeom prst="line">
            <a:avLst/>
          </a:prstGeom>
          <a:noFill/>
          <a:ln w="38100">
            <a:solidFill>
              <a:srgbClr val="D3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DB 설계 — 실제 보고서 구조 반영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794760" cy="34747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실제 보고서 기반 DB 스키마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daily_reports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id, report_date, report_period, day_of_week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dispatch_summary (119출동건수)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fire_dispatch, fire_false_alarm, fire_cumul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rescue_dispatch, ems_dispatch, ems_persons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property_damage_kwon (재산피해 천원)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weather_status (기상현황)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weather_condition, temp_min, temp_max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humidity, wind_speed, fire_risk_index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major_incidents (주요 화재/구급)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incident_type(FIRE/EMS), location_address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start_time, end_time, property_damage_kwon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personnel_status + equipment_status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3794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05840"/>
            <a:ext cx="54864" cy="1554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78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연동 단계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444752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SQL Editor로 6개 테이블 생성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 key &amp; URL 복사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AI에게 CRUD 코드 + 샘플 데이터 삽입 요청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더미 데이터 → Supabase 실시간 데이터로 교체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743200"/>
            <a:ext cx="3794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2743200"/>
            <a:ext cx="54864" cy="173736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28163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샘플 데이터 (실제 보고서)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3182112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2026-03-01: 총출동73 / 화재6 / 구급58 / 구조5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기상: 흐림, 2°→6°, 습도66%, 북풍2.9m/s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피해: 4,272천원 / 화재누계 125건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소방력: 주간78 / 야간78 / 장비43대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 배포 — 실제 서비스 공개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508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234440"/>
            <a:ext cx="594360" cy="5943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1792" y="1965960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Push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331720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→ GitHub Desktop에서 Commit &amp; Push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0280" y="1097280"/>
            <a:ext cx="1508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234440"/>
            <a:ext cx="594360" cy="5943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313432" y="1965960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 연결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13432" y="2331720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Site → Import from Git → GitHub 저장소 선택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1097280"/>
            <a:ext cx="1508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1234440"/>
            <a:ext cx="594360" cy="5943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005072" y="1965960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설정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05072" y="2331720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settings 확인 → Deploy 클릭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1097280"/>
            <a:ext cx="1508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234440"/>
            <a:ext cx="594360" cy="5943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696712" y="1965960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환경변수 등록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96712" y="2331720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Settings → Supabase/API Keys 등록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0" y="1097280"/>
            <a:ext cx="1508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0" y="1234440"/>
            <a:ext cx="594360" cy="5943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388352" y="1965960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공유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88352" y="2331720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완료! yoursite.netlify.app 공유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1520" y="36118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축하합니다! 코드 한 줄 직접 작성하지 않고 실제 동작하는 웹 시스템을 배포했습니다!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배운 내용 정리 &amp; 다음 단계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926080"/>
                <a:gridCol w="37490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교시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학습 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핵심 키워드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1교시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AI/프로그래밍 기초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LLM, 토큰, 서버/클라이언트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5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2교시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환경 세팅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Cursor, Supabase, GitHub, Netlify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3교시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QR 출석 시스템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프롬프트 설계, 코드 생성, 수정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5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4교시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대시보드 설계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요구사항, PRD, 시안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5-6교시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API/DB 연동 &amp; 배포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지도, Supabase, Netlify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5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다음 단계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AI Pro 구독으로 지속 활용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소방 업무 적용: 장비 점검 관리, 교대 근무표, 훈련 일지 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 활용 및 학습 자료 공유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4572000"/>
            <a:ext cx="8046720" cy="18288"/>
          </a:xfrm>
          <a:prstGeom prst="rect">
            <a:avLst/>
          </a:prstGeom>
          <a:solidFill>
            <a:srgbClr val="D32F2F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3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🔥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소방 현장에서의 전문성과</a:t>
            </a:r>
            <a:endParaRPr lang="en-US" sz="2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AI의 개발 능력이 만나면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여러분만의 맞춤형 업무 도구를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언제든 만들 수 있습니다.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소방공무원 바이브코딩 5시간 강의</dc:title>
  <dc:subject>PptxGenJS Presentation</dc:subject>
  <dc:creator>Yongki</dc:creator>
  <cp:lastModifiedBy>Yongki</cp:lastModifiedBy>
  <cp:revision>1</cp:revision>
  <dcterms:created xsi:type="dcterms:W3CDTF">2026-03-13T06:10:41Z</dcterms:created>
  <dcterms:modified xsi:type="dcterms:W3CDTF">2026-03-13T06:10:41Z</dcterms:modified>
</cp:coreProperties>
</file>