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16459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164592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164592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웹의 3요소 — HTML &amp; CSS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초보자를 위한 웹 개발 기초 개념  |  w3schools.com 기준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07008"/>
            <a:ext cx="1874520" cy="365760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207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64208"/>
            <a:ext cx="73152" cy="71323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  웹페이지의 "뼈대"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19751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내용(텍스트·이미지·링크·표)의 구조와 의미를 정의합니다.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68880"/>
            <a:ext cx="41148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963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4F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태그 (Tags)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2807208"/>
            <a:ext cx="1051560" cy="2103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0720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4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&lt;h1&gt;~&lt;h6&gt;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54480" y="28254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크기 지정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3058668"/>
            <a:ext cx="1051560" cy="2103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5866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4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54480" y="30769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단락(문단) 텍스트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3310128"/>
            <a:ext cx="1051560" cy="2103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31012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4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href&gt;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54480" y="33284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하이퍼링크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" y="3561588"/>
            <a:ext cx="1051560" cy="2103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56158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4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54480" y="35798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삽입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3813048"/>
            <a:ext cx="1051560" cy="2103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1304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4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54480" y="38313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영역(블록) 구분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151376"/>
            <a:ext cx="411480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안녕하세요!</a:t>
            </a:r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&lt;/h1&gt;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저는 웹 개발을 배우고 있습니다.</a:t>
            </a:r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207008"/>
            <a:ext cx="1874520" cy="36576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1207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20840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1664208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1664208"/>
            <a:ext cx="73152" cy="713232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웹페이지의 "옷"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01184" y="19751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요소에 색상·크기·레이아웃 등 시각적 스타일을 입힙니다.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4688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46888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4963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속성 (Properties)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28032" y="2807208"/>
            <a:ext cx="1417320" cy="2103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8072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4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7648" y="28254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색상 지정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28032" y="3058668"/>
            <a:ext cx="1417320" cy="2103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305866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4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27648" y="30769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크기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28032" y="3310128"/>
            <a:ext cx="1417320" cy="2103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31012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4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27648" y="33284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색상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28032" y="3561588"/>
            <a:ext cx="1417320" cy="2103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56158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4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/ padding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27648" y="35798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바깥/안쪽 여백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28032" y="3813048"/>
            <a:ext cx="1417320" cy="2103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81304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4D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27648" y="383133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유연한 레이아웃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54880" y="4151376"/>
            <a:ext cx="411480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89204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95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navy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95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32px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26280" y="1188720"/>
            <a:ext cx="22860" cy="37490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16459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4952" y="0"/>
            <a:ext cx="3054096" cy="164592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48" y="0"/>
            <a:ext cx="3044952" cy="164592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377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&amp; 웹의 3요소 관계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초보자를 위한 웹 개발 기초 개념  |  w3schools.com 기준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07008"/>
            <a:ext cx="1874520" cy="365760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207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1243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548640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F0B9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64208"/>
            <a:ext cx="73152" cy="658368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700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웹페이지의 "두뇌"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1956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클릭·데이터 계산·화면 변경 등 동적인 동작(인터랙션)을 담당합니다.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2633472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32304"/>
            <a:ext cx="73152" cy="67665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25237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변수 (Variable)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2816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데이터를 저장하는 상자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 = "홍길동";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2432304"/>
            <a:ext cx="2633472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2432304"/>
            <a:ext cx="73152" cy="67665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75888" y="252374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조건문 (if/else)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2816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조건에 따라 다른 동작 실행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2633472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82112"/>
            <a:ext cx="73152" cy="67665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327355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반복문 (for/while)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 작업을 여러 번 반복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8960" y="3182112"/>
            <a:ext cx="2633472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0" y="3182112"/>
            <a:ext cx="73152" cy="67665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55264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75888" y="327355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함수 (Function)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55264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자주 쓰는 코드를 묶어서 재사용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2633472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931920"/>
            <a:ext cx="73152" cy="67665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🖱️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2688" y="402336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이벤트 (Event)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클릭·입력 등 사용자 행동 감지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08960" y="3931920"/>
            <a:ext cx="2633472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08960" y="3931920"/>
            <a:ext cx="73152" cy="676656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55264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675888" y="402336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 조작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55264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요소를 JS로 읽고 변경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53328" y="1170432"/>
            <a:ext cx="22860" cy="3749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1207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세 가지의 역할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199632" y="1664208"/>
            <a:ext cx="2651760" cy="896112"/>
          </a:xfrm>
          <a:prstGeom prst="rect">
            <a:avLst/>
          </a:prstGeom>
          <a:solidFill>
            <a:srgbClr val="1E293B"/>
          </a:solidFill>
          <a:ln w="19050">
            <a:solidFill>
              <a:srgbClr val="E34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9632" y="1664208"/>
            <a:ext cx="640080" cy="89611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1664208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12864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🏗️  구조 (Structure)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12864" y="2084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내용·태그·링크·이미지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42632" y="2560320"/>
            <a:ext cx="365760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42632" y="256032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99632" y="2688336"/>
            <a:ext cx="2651760" cy="896112"/>
          </a:xfrm>
          <a:prstGeom prst="rect">
            <a:avLst/>
          </a:prstGeom>
          <a:solidFill>
            <a:srgbClr val="1E293B"/>
          </a:solidFill>
          <a:ln w="19050">
            <a:solidFill>
              <a:srgbClr val="264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99632" y="2688336"/>
            <a:ext cx="640080" cy="896112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9632" y="2688336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912864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표현 (Presentation)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912864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색상·크기·레이아웃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42632" y="3584448"/>
            <a:ext cx="365760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42632" y="358444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▼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99632" y="3712464"/>
            <a:ext cx="2651760" cy="896112"/>
          </a:xfrm>
          <a:prstGeom prst="rect">
            <a:avLst/>
          </a:prstGeom>
          <a:solidFill>
            <a:srgbClr val="1E293B"/>
          </a:solidFill>
          <a:ln w="19050">
            <a:solidFill>
              <a:srgbClr val="F0B9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99632" y="3712464"/>
            <a:ext cx="640080" cy="896112"/>
          </a:xfrm>
          <a:prstGeom prst="rect">
            <a:avLst/>
          </a:prstGeom>
          <a:solidFill>
            <a:srgbClr val="F0B90B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3712464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912864" y="3803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동작 (Behavior)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912864" y="4133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클릭·계산·화면 변경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99632" y="4718304"/>
            <a:ext cx="2651760" cy="292608"/>
          </a:xfrm>
          <a:prstGeom prst="rect">
            <a:avLst/>
          </a:prstGeom>
          <a:solidFill>
            <a:srgbClr val="FDE68A">
              <a:alpha val="80000"/>
            </a:srgbClr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4736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셋을 합치면 완전한 웹사이트!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4663440"/>
            <a:ext cx="5559552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47183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.getElementById(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'btn'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).addEventListener(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'click'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 alert(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'안녕!'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});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2026-03-14T03:04:46Z</dcterms:created>
  <dcterms:modified xsi:type="dcterms:W3CDTF">2026-03-14T03:04:46Z</dcterms:modified>
</cp:coreProperties>
</file>